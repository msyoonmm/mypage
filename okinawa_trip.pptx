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kinawa_trave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"/>
            <a:ext cx="512064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algun Gothic"/>
              </a:rPr>
              <a:t>오키나와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3박 4일 여행 코스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3C8F0"/>
                </a:solidFill>
                <a:latin typeface="Malgun Gothic"/>
              </a:rPr>
              <a:t>5월 26일(화) ~ 5월 29일(금)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576072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✈  출발  5/26(화)  ICN → OKA  11:30–14:00  ZE631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76072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4903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✈  귀국  5/29(금)  OKA → ICN  15:00–17:35  ZE632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5760720" cy="5943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26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🏠  숙소  세소코섬 빌라  (3박)  Sesoko Island, Motobu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74F"/>
                </a:solidFill>
                <a:latin typeface="Malgun Gothic"/>
              </a:rPr>
              <a:t>예약번호: VFZ8ME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5월 26일 (화)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나하 도착 → 세소코 정착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508760"/>
            <a:ext cx="12024360" cy="10149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63624"/>
            <a:ext cx="1417320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14:00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0020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나하 공항 도착  /  렌터카 수령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560320"/>
            <a:ext cx="12024360" cy="101498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615184"/>
            <a:ext cx="1417320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651760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14:30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5176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오키나와 자동차도로 북상  (약 1시간 30분)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611879"/>
            <a:ext cx="12024360" cy="10149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666744"/>
            <a:ext cx="1417320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703320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16:30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70332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세소코섬 빌라 체크인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4663440"/>
            <a:ext cx="12024360" cy="101498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718303"/>
            <a:ext cx="1417320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754879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17:30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754879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세소코 비치 산책 &amp; 석양 감상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5715000"/>
            <a:ext cx="12024360" cy="10149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769864"/>
            <a:ext cx="1417320" cy="8869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806440"/>
            <a:ext cx="13258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19:00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80644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모토부 현지 식당 저녁  (오키나와 소바 추천)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4173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5월 27일 (수)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북부 핵심 관광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5087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63624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08:30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002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추라우미 수족관  (세계 최대급  /  빌라에서 10분)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3850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439924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4765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765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오션 엑스포 공원 관람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2613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16224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3528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528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비세 후쿠기 가로수길 근처 카페 점심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41376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192524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291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14:00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291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비세 후쿠기 가로수길  (수백 년 나무 터널)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50139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068824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1054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15:30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1054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나키진 성터  (유네스코 세계문화유산  /  바다 전망)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58902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5945123"/>
            <a:ext cx="1417320" cy="7117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5981699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18:00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981699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세소코 귀환  /  모토부 항구 해산물 저녁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5월 28일 (목)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고우리섬 &amp; 아메리칸 빌리지 쇼핑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5087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63624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09:00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002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고우리 대교 드라이브  (에메랄드 바다 위 2km 다리)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3850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439924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4765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09:30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765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티누 해변  (하트 바위 포토스팟)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2613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16224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3528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528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고우리섬 점심  (고우리 새우 요리)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41376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192524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291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13:00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291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아메리칸 빌리지 쇼핑몰 이동  (약 1시간 30분)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50139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068824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1054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14:30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1054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아메리칸 빌리지 쇼핑 &amp; 포토스팟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58902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5945123"/>
            <a:ext cx="1417320" cy="7117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5981699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18:00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981699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세소코 귀환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417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Day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914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5월 29일 (금)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132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국제거리 관광 → 귀국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5087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63624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6002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08:00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002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세소코 빌라 체크아웃  /  남하 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23850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439924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4765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765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국제거리 쇼핑  (기념품)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2613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16224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3528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528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마키시 공설시장 점심  (2층 해산물 정식)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41376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4192524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291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12:45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291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렌터카 반납  &amp;  나하 공항 이동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5013960"/>
            <a:ext cx="12024360" cy="8397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068824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105400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13:00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105400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나하 공항 도착  /  탑승 수속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5890260"/>
            <a:ext cx="12024360" cy="8397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5945123"/>
            <a:ext cx="1417320" cy="7117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5981699"/>
            <a:ext cx="1325880" cy="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algun Gothic"/>
              </a:rPr>
              <a:t>15:00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5981699"/>
            <a:ext cx="10149840" cy="69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7474F"/>
                </a:solidFill>
                <a:latin typeface="Malgun Gothic"/>
              </a:rPr>
              <a:t>OKA 출발 ✈  →  ICN 17:35 도착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숙소 정보  &amp;  여행 꿀팁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035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30352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🏠  세소코섬 빌라  (숙소 · 3박)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주소: Okinawa, Motobu-cho, Sesoko 498-3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예약번호: VFZ8ME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비고: 세소코섬은 다리로 연결  /  렌터카 필수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세소코 비치까지 도보 이동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760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5760720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algun Gothic"/>
              </a:rPr>
              <a:t>★  여행 꿀팁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• 렌터카: 공항 도착 즉시 수령 (북부 대중교통 불편)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• 날씨: 5월 말은 장마 초입 — 우비/우산 필수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• 추라우미 수족관: 오전 일찍 입장 추천</a:t>
            </a:r>
          </a:p>
          <a:p>
            <a:pPr algn="l"/>
            <a:r>
              <a:rPr sz="1500" b="0">
                <a:solidFill>
                  <a:srgbClr val="37474F"/>
                </a:solidFill>
                <a:latin typeface="Malgun Gothic"/>
              </a:rPr>
              <a:t>• 고우리 새우: 섬 내 양식장 식당 강력 추천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86200"/>
            <a:ext cx="1156716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502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출발  5/26(화)  ICN → OKA  11:30 – 14:00  Eastar Jet ZE631  /  예약번호: VFZ8ME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663440"/>
            <a:ext cx="115671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274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귀국  5/29(금)  OKA → ICN  15:00 – 17:35  Eastar Jet ZE632  /  예약번호: VFZ8ME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algun Gothic"/>
              </a:rPr>
              <a:t>오키나와 여행 코스 지도</a:t>
            </a:r>
          </a:p>
        </p:txBody>
      </p:sp>
      <p:pic>
        <p:nvPicPr>
          <p:cNvPr id="5" name="Picture 4" descr="okinawa_trave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74552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