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9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439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2196" y="1036320"/>
            <a:ext cx="11749803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B5F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 × Japan OMO Consulting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42196" y="1560576"/>
            <a:ext cx="11749803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프로젝트 달력 대시보드</a:t>
            </a:r>
            <a:endParaRPr lang="en-US" sz="3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2196" y="3048000"/>
            <a:ext cx="1174980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K-뷰티 일본 영업 · 팝업 캠페인 운영 · 이커머스 O2O 전환 전략을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1개월차, 2개월차, 3개월차 실행 달력으로 정리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2196" y="4389120"/>
            <a:ext cx="3474404" cy="414528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2196" y="4389120"/>
            <a:ext cx="347440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Month 1: 준비 + 첫 접촉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69284" y="4389120"/>
            <a:ext cx="3474404" cy="414528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69284" y="4389120"/>
            <a:ext cx="347440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Month 2: 파일럿 제안 + 운영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96373" y="4389120"/>
            <a:ext cx="3474404" cy="414528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96373" y="4389120"/>
            <a:ext cx="347440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Month 3: 사례화 + 확장 영업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2196" y="4974336"/>
            <a:ext cx="3474404" cy="414528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2196" y="4974336"/>
            <a:ext cx="347440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69284" y="4974336"/>
            <a:ext cx="3474404" cy="414528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69284" y="4974336"/>
            <a:ext cx="347440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K-Beauty Japan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9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전체 구조</a:t>
            </a:r>
            <a:endParaRPr 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1399591"/>
            <a:ext cx="3867354" cy="5458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399591"/>
            <a:ext cx="3867354" cy="139959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6645" y="1707502"/>
            <a:ext cx="1310967" cy="391885"/>
          </a:xfrm>
          <a:prstGeom prst="roundRect">
            <a:avLst>
              <a:gd name="adj" fmla="val 178571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6645" y="1707502"/>
            <a:ext cx="1310967" cy="391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6645" y="2295330"/>
            <a:ext cx="3474064" cy="769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준비 + 첫 접촉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645" y="3163077"/>
            <a:ext cx="3474064" cy="3498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에디터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실습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K-뷰티 타깃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선별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정리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발송, 첫 미팅 확보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29548" y="1399591"/>
            <a:ext cx="3867354" cy="5458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29548" y="1399591"/>
            <a:ext cx="3867354" cy="139959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26193" y="1707502"/>
            <a:ext cx="1310967" cy="391885"/>
          </a:xfrm>
          <a:prstGeom prst="roundRect">
            <a:avLst>
              <a:gd name="adj" fmla="val 178571"/>
            </a:avLst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26193" y="1707502"/>
            <a:ext cx="1310967" cy="391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26193" y="2295330"/>
            <a:ext cx="3474064" cy="769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 + 캠페인 운영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26193" y="3163077"/>
            <a:ext cx="3474064" cy="3498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1~2곳과 파일럿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조건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협의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팝업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캠페인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시나리오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확정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QR/룰렛/퀴즈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운영안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제작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측정 구조 세팅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59096" y="1399591"/>
            <a:ext cx="3867354" cy="545840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59096" y="1399591"/>
            <a:ext cx="3867354" cy="139959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55741" y="1707502"/>
            <a:ext cx="1310967" cy="391885"/>
          </a:xfrm>
          <a:prstGeom prst="roundRect">
            <a:avLst>
              <a:gd name="adj" fmla="val 178571"/>
            </a:avLst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55741" y="1707502"/>
            <a:ext cx="1310967" cy="391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5741" y="2295330"/>
            <a:ext cx="3474064" cy="769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사례화 + 확장 영업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55741" y="3163077"/>
            <a:ext cx="3474064" cy="3498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성과를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사례화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동일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확장인접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영업</a:t>
            </a: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br>
              <a:rPr lang="en-US" altLang="ko-KR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계약 전환까지 연결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5383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0510" y="0"/>
            <a:ext cx="6792685" cy="815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</a:t>
            </a: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· </a:t>
            </a:r>
            <a:r>
              <a:rPr lang="en-US" sz="1600" b="1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준비</a:t>
            </a: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+ 첫 </a:t>
            </a:r>
            <a:r>
              <a:rPr lang="en-US" sz="1600" b="1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접촉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3196" y="0"/>
            <a:ext cx="4816631" cy="815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1 · 내부 준비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7882" y="940827"/>
            <a:ext cx="2321863" cy="591717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1385" y="1028637"/>
            <a:ext cx="2037805" cy="37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1385" y="1467690"/>
            <a:ext cx="2037805" cy="1505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6685" y="1568045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3736" y="1643311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</a:t>
            </a: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에디터 확인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6685" y="3161179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3736" y="3236445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룰렛/퀴즈/스탬프 기능 확인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6685" y="4754313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3736" y="4829579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롬앤·TIRTIR·CipiCipi 사례 조사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55322" y="940827"/>
            <a:ext cx="2297162" cy="591717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78826" y="1028637"/>
            <a:ext cx="2037805" cy="37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78826" y="1467690"/>
            <a:ext cx="2037805" cy="1505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54125" y="1568045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91176" y="1643311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K-뷰티 타깃 </a:t>
            </a:r>
            <a:r>
              <a:rPr lang="en-US" sz="900" b="1" strike="sngStrike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900" b="1" strike="sngStrike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리스트업</a:t>
            </a:r>
            <a:r>
              <a:rPr 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(</a:t>
            </a:r>
            <a:r>
              <a:rPr lang="ko-KR" alt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완성</a:t>
            </a:r>
            <a:r>
              <a:rPr lang="en-US" altLang="ko-KR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)</a:t>
            </a:r>
            <a:endParaRPr lang="en-US" sz="900" strike="sngStrike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54125" y="3161179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91176" y="3236445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A/B/C 등급 분류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4125" y="4754313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91176" y="4829579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@cosme·팝업 사례 조사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32762" y="940827"/>
            <a:ext cx="2297162" cy="591717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56266" y="1028637"/>
            <a:ext cx="2037805" cy="37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56266" y="1467690"/>
            <a:ext cx="2037805" cy="1505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31565" y="1568045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8616" y="1643311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</a:t>
            </a:r>
            <a:r>
              <a:rPr lang="en-US" sz="900" b="1" dirty="0" err="1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</a:t>
            </a: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</a:t>
            </a:r>
            <a:r>
              <a:rPr lang="en-US" altLang="ko-KR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및 리스트 정리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31565" y="3161179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68616" y="3236445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초안 작성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131565" y="4754313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68616" y="4829579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수치 예시 정리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10202" y="940827"/>
            <a:ext cx="2297162" cy="591717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33706" y="1028637"/>
            <a:ext cx="2037805" cy="37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533706" y="1467690"/>
            <a:ext cx="2037805" cy="1505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09005" y="1568045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546056" y="1643311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담당자 리스트업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09005" y="3161179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46056" y="3236445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Instagram/LinkedIn/브랜드 사이트 조사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509005" y="4754313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46056" y="4829579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접촉 우선순위 설정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787642" y="940827"/>
            <a:ext cx="2404357" cy="591717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911146" y="1028637"/>
            <a:ext cx="2037805" cy="37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911146" y="1467690"/>
            <a:ext cx="2037805" cy="1505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886445" y="1568045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923496" y="1643311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1차 발송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886445" y="3161179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923496" y="3236445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CRM 정리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886445" y="4754313"/>
            <a:ext cx="2087207" cy="1505323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923496" y="4829579"/>
            <a:ext cx="2013105" cy="1354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리포트 작성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· 준비 + 첫 접촉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2 · 첫 접촉 / 미팅 세팅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Follow-up 메일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회신 브랜드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 </a:t>
            </a:r>
            <a:r>
              <a:rPr lang="en-US" sz="850" dirty="0" err="1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아젠다</a:t>
            </a: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일본제안서 재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 수정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추가 요청자료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시나리오 초안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이벤트 흐름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KPI 구조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브랜드별 맞춤안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룰렛/퀴즈 UI 수정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흐름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Follow-up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성과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· 준비 + 첫 접촉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3 · 파일럿 제안 준비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예상치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이메일 수집 KPI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맞춤 제안안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팝업 동선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설치 위치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리포트 템플릿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흐름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A/B 테스트 아이디어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LINE/Instagram 후속 전략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재방문 시나리오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쿠폰/리워드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최종안 내부 리뷰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수정사항 반영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주 미팅 준비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</a:t>
            </a: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개월차</a:t>
            </a: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· 준비 + 첫 접촉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4 · 파일럿 제안 / 다음달 준비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추가 브랜드 접촉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회신 브랜드 관리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일정 조율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예상치 설명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조건 협의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체크리스트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현장 운영안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스태프 역할 분배안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최종 Follow-up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계약 가능성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액션플랜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미팅 결과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실행 준비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73352"/>
            <a:ext cx="12192000" cy="79248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673352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· 월간 KPI 목표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624328"/>
            <a:ext cx="1146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목표: DPromotion 에디터 실습, K-뷰티 타깃 브랜드 선별, 일본어 제안서 정리, DM/메일 발송, 첫 미팅 확보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800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9개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우선 타깃 브랜드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18944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18944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20건+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79904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발송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33088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33088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4건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94048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응답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7232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47232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08192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온라인 미팅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61376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61376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22336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875520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5520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1종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36480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제안서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4179" y="0"/>
            <a:ext cx="6859948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34127" y="0"/>
            <a:ext cx="4864327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1 · 파일럿 조건 확정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80634" y="922600"/>
            <a:ext cx="2307437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5360" y="1008710"/>
            <a:ext cx="2057984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5360" y="1439257"/>
            <a:ext cx="2057984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0415" y="1537668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7833" y="1611476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미팅 </a:t>
            </a:r>
            <a:r>
              <a:rPr lang="en-US" sz="850" b="1" dirty="0" err="1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Follow-up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0415" y="309993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7833" y="317374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후보 </a:t>
            </a: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우선순위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확정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0415" y="466220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7833" y="473601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조건 협의 메일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81616" y="922600"/>
            <a:ext cx="2307437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06342" y="1008710"/>
            <a:ext cx="2057984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06342" y="1439257"/>
            <a:ext cx="2057984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81397" y="1537668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18815" y="1611476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범위 협의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81397" y="309993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18815" y="317374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목적/KPI 정의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81397" y="466220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18815" y="473601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일정 가안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82598" y="922600"/>
            <a:ext cx="2307437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07324" y="1008710"/>
            <a:ext cx="2057984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07324" y="1439257"/>
            <a:ext cx="2057984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82379" y="1537668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19797" y="1611476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팝업 방문자 동선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82379" y="309993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19797" y="317374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스캔 위치/참여 흐름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182379" y="466220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9797" y="473601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현장 리워드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83580" y="922600"/>
            <a:ext cx="2307437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08306" y="1008710"/>
            <a:ext cx="2057984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08306" y="1439257"/>
            <a:ext cx="2057984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83361" y="1537668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20779" y="1611476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브랜드별 캠페인 카피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83361" y="309993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20779" y="317374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참여 문구 검수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583361" y="466220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620779" y="473601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개인정보 수집 문구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884562" y="922600"/>
            <a:ext cx="2307437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009289" y="1008710"/>
            <a:ext cx="2057984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009289" y="1439257"/>
            <a:ext cx="2057984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984343" y="1537668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021761" y="1611476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운영안 1차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984343" y="309993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021761" y="317374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피드백 취합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984343" y="4662209"/>
            <a:ext cx="2107875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021761" y="4736017"/>
            <a:ext cx="2033039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2 · 캠페인 제작 / 세팅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룰렛/퀴즈/스탬프 캠페인 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디자인/카피 반영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참여 완료 화면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쿠폰/샘플 리워드 구조 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이메일 수집 항목 점검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문구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테스트 참여 진행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오류/UX 이슈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 요청사항 내부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확인용 데모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매뉴얼 초안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현장 안내문구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수정사항 반영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운영 체크리스트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진행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3 · 파일럿 실행 / 모니터링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오픈 전 최종 점검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QR/링크 테스트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담당자 운영 안내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캠페인 실행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실시간 참여 데이터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긴급 문의 대응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참여율/이탈률 중간 점검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카피/리워드 개선안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필요 시 즉시 수정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현황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고객 반응/문의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D+1 중간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종료/1차 데이터 취합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요약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Follow-up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4 · 성과 리포트 / 본계약 제안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D+3 성과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참여율/DB/SNS 도달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개선 포인트 도출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리뷰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설명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본계약/정기 운영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패키지 제안서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 2회/월 4회 운영안 비교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비용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추가 브랜드 확장 리스트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</a:t>
            </a: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기반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 작성</a:t>
            </a:r>
            <a:endParaRPr lang="en-US" sz="850" dirty="0">
              <a:solidFill>
                <a:srgbClr val="37415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Malgun Gothic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영업 자료 업데이트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월간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본계약 가능성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확장 계획 수립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73352"/>
            <a:ext cx="12192000" cy="79248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673352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월간 KPI 목표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624328"/>
            <a:ext cx="1146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목표: 브랜드 1~2곳과 파일럿 조건 협의, 팝업 캠페인 시나리오 확정, QR/룰렛/퀴즈 운영안 제작, 성과 측정 구조 세팅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800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1~2건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후보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18944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18944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79904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실행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33088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33088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100건+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94048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이메일 DB 목표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7232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47232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30%+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08192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참여율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61376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61376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D+3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22336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리포트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875520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5520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36480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본계약 제안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1 · 성과 사례화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성과 데이터 재정리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Before/After 구조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핵심 수치 선별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성공사례 문서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피드백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활용 가능 코멘트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세일즈용 1페이지 사례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화면 캡처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그래프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제안서 업데이트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업종별 적용 포인트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FAQ 보완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 기반 영업 리스트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타깃 우선순위 설정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2 · 확장 영업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동일 브랜드 타 지점/타 캠페인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오사카/나고야/도쿄 확장안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담당자 재접촉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인접 브랜드 신규 접촉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 기반 DM/메일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미팅 후보 일정 조율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@cosme/리테일/미디어사 제휴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OMO 패키지 소개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파트너십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미팅 진행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조건 설명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리소스 범위 협의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미팅록/계약 가능성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A/B/C 등급 업데이트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성과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3 · 정기 계약 전환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패키지 최종안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 운영 범위/KPI/SLA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가격 조건 초안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브랜드별 견적/제안서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계약 조건 질의 대응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확인사항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계약 전환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기반 설득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캠페인 일정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인수인계 구조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캘린더 초안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담당자별 역할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후보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클로징 가능성 평가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리스크/보완점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9587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0560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1360" y="0"/>
            <a:ext cx="4754880" cy="79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4 · 3개월 총괄 / 다음 분기 계획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624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624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185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843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누적 KPI 취합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185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843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리드/미팅/파일럿/계약 현황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843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요약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1881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5539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최종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1881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5539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성과/한계/개선안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1881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5539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방향성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824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9016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9016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6577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영업 타깃 선정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577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0235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업종별 확장 전략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6577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0235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운영 캘린더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3712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43712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41273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44931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전략회의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1273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4931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계약/추가 PoC 우선순위 확정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12736" y="46499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4931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리소스/단가 재협의 포인트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662160" y="922600"/>
            <a:ext cx="2255520" cy="5935399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784080" y="1008710"/>
            <a:ext cx="2011680" cy="36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784080" y="1439257"/>
            <a:ext cx="2011680" cy="14761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759696" y="1537668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796272" y="1611476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최종 산출물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59696" y="309993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96272" y="317374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액션플랜 제출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59696" y="4662209"/>
            <a:ext cx="2060448" cy="1476161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6272" y="4736017"/>
            <a:ext cx="1987296" cy="1328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73352"/>
            <a:ext cx="12192000" cy="79248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673352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월간 KPI 목표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624328"/>
            <a:ext cx="1146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목표: 파일럿 성과를 사례화하고, 동일 브랜드 확장/인접 브랜드 영업/정기 계약 전환까지 연결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800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성공사례 문서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18944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18944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10건+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79904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접촉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33088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33088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94048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미팅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47232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47232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08192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계약 후보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61376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61376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22336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총괄 리포트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875520" y="3355848"/>
            <a:ext cx="1767840" cy="1828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5520" y="3624072"/>
            <a:ext cx="17678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1안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36480" y="4453128"/>
            <a:ext cx="1645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전략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0"/>
            <a:ext cx="10972800" cy="936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프로젝트 최종 목표</a:t>
            </a:r>
            <a:endParaRPr lang="en-US" sz="2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043754"/>
            <a:ext cx="10972800" cy="53525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271239"/>
            <a:ext cx="10972800" cy="50849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📢</a:t>
            </a:r>
            <a:r>
              <a:rPr lang="en-US" sz="1300" dirty="0" err="1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1개월차에는</a:t>
            </a: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DPromotion 에디터 실습과 K-뷰티 브랜드 첫 접촉을 통해 파일럿 미팅을 확보하고,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📢 </a:t>
            </a:r>
            <a:r>
              <a:rPr lang="en-US" sz="1300" dirty="0" err="1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2개월차에는</a:t>
            </a: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파일럿 캠페인 제안 및 실제 운영/성과 리포트까지 진행합니다.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📢 </a:t>
            </a:r>
            <a:r>
              <a:rPr lang="en-US" sz="1300" dirty="0" err="1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3개월차에는</a:t>
            </a: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파일럿 성과를 일본어 사례 자료로 전환하여 정기 계약과 추가 브랜드 확장 영업으로 연결합니다.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456556"/>
            <a:ext cx="12192000" cy="401443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456556"/>
            <a:ext cx="11460480" cy="4014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 × Japan OMO Consulting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1368</Words>
  <Application>Microsoft Office PowerPoint</Application>
  <PresentationFormat>와이드스크린</PresentationFormat>
  <Paragraphs>350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나눔바른고딕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DPromotion 3개월 프로젝트 달력 대시보드</dc:title>
  <dc:subject>PptxGenJS Presentation</dc:subject>
  <dc:creator>DPromotion</dc:creator>
  <cp:lastModifiedBy>MISUN YUN</cp:lastModifiedBy>
  <cp:revision>14</cp:revision>
  <dcterms:created xsi:type="dcterms:W3CDTF">2026-05-23T08:01:33Z</dcterms:created>
  <dcterms:modified xsi:type="dcterms:W3CDTF">2026-06-04T01:30:46Z</dcterms:modified>
</cp:coreProperties>
</file>